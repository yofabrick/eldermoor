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bia\mages\art\key-art-eldermo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12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ELDERMOOR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wilderness does not grade you.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Open-world survival  ·  Beast economy  ·  Vita / Mortis  ·  Co-op  ·  War on the High Council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pitch v0.2  ·  Original 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ELDERMOOR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Palworld proved what happens when a giant IP ignores adult fans.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fantasy has the same hole — still unfilled.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292608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2697480" cy="73152"/>
          </a:xfrm>
          <a:prstGeom prst="rect">
            <a:avLst/>
          </a:prstGeom>
          <a:solidFill>
            <a:srgbClr val="2E284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fans want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Creatures as systems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base / academy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multiplayer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experimental magic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Agency, not school rails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97480" cy="292608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554480"/>
            <a:ext cx="2697480" cy="73152"/>
          </a:xfrm>
          <a:prstGeom prst="rect">
            <a:avLst/>
          </a:prstGeom>
          <a:solidFill>
            <a:srgbClr val="2E284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got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SP story tour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Beasts as side content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co-op fantasy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Fenced dark paths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caution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97480" cy="292608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554480"/>
            <a:ext cx="269748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783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228600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labor economy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→ private academy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 from day 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 vs Mortis identity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as endgame war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ELDERMOOR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wake discarded in the unsealed Wild Arcana with a weak wand and broken memories. Bind original beasts as workers and weapons. Build an enclave. Choose Life or Death magic. When your power cannot be ignored, the High Council marches.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Beasts first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enclave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 / Mortis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multiplayer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→ threat</a:t>
            </a:r>
            <a:endParaRPr lang="en-US" sz="1500" dirty="0"/>
          </a:p>
        </p:txBody>
      </p:sp>
      <p:pic>
        <p:nvPicPr>
          <p:cNvPr id="16" name="Image 0" descr="C:\Users\fabia\mages\art\player-concep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822960"/>
            <a:ext cx="30175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ELDERMOOR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loop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Palworld / Ark skeleton — wizard systems on top.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600200" cy="265176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beasts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production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defenses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1463040"/>
            <a:ext cx="1600200" cy="265176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6459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76272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Potions &amp; gear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rites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463040"/>
            <a:ext cx="1600200" cy="265176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16459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13632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Expedition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 routes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&amp; scout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wilds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1463040"/>
            <a:ext cx="1600200" cy="265176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16459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50992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window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commit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1463040"/>
            <a:ext cx="1600200" cy="265176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16459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388352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&amp; upgrade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beasts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Heat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ELDERMOOR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 is skill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“HP low → ball.” Soften → opportunity window → commit method.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331720" cy="7772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18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Snare circle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&amp; kite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508760"/>
            <a:ext cx="2331720" cy="7772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1618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Bait offering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18928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knowledge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2331720" cy="7772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871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Bonding focus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761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under fire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2377440"/>
            <a:ext cx="2331720" cy="7772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24871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Pact ritual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63240" y="2761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co-op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2331720" cy="7772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55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Dominance brand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6301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Mortis control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3246120"/>
            <a:ext cx="2331720" cy="7772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22" name="Text 20"/>
          <p:cNvSpPr/>
          <p:nvPr/>
        </p:nvSpPr>
        <p:spPr>
          <a:xfrm>
            <a:off x="3063240" y="3355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Sever-bind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63240" y="36301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last second</a:t>
            </a:r>
            <a:endParaRPr lang="en-US" sz="1200" dirty="0"/>
          </a:p>
        </p:txBody>
      </p:sp>
      <p:pic>
        <p:nvPicPr>
          <p:cNvPr id="24" name="Image 0" descr="C:\Users\fabia\mages\art\moment-cap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ELDERMOOR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  /  Mortis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identity fork — rewrites beasts, base, economy, heat, and endings.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77640" cy="301752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109728" cy="3017520"/>
          </a:xfrm>
          <a:prstGeom prst="rect">
            <a:avLst/>
          </a:prstGeom>
          <a:solidFill>
            <a:srgbClr val="6BCB8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C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 — Life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Pacts, healing, reclamation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partners, breeding quality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compound growth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heat, sanctuary fantasy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301752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371600"/>
            <a:ext cx="109728" cy="30175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MORTIS — Death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74920" y="21031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Brands, sacrifice, corruption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Thralls, mutations, spikes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shortcuts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heat, siege fantasy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ELDERMOOR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spine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743200" cy="14630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Discarded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with fragments. Nobody.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743200" cy="14630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Enclave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Beasts + base. Optional memories.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43200" cy="14630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 or Mortis commitment.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743200"/>
            <a:ext cx="2743200" cy="14630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Watchers → Inquisitors.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2743200"/>
            <a:ext cx="2743200" cy="14630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2900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Armies. Academies. Council.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2743200"/>
            <a:ext cx="2743200" cy="146304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Aftermath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/ rule / reform / unseal.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ELDERMOOR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slice — First Sealbreak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937760" cy="338328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C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Thornwake Glade + Blackvein Mire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catchable beasts (roster locked)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capture + opportunity window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shelter, 3 stations, pen, defenses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fork ritual (Vita / Mortis)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 1–4 on shared 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Ashcrown elite encounter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23560" y="1005840"/>
            <a:ext cx="3063240" cy="338328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164592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Council war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 / 100+ dex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Megaserver politics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Romance systems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Live-ops battle pass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ELDERMOOR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194560"/>
                <a:gridCol w="2377440"/>
              </a:tblGrid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D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D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Legacy-likes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D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Palworld-likes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D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Eldermoor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830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Creature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+ magic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(path-themed)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/ weak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day-1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Tech/guns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 / Mortis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Endgame war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boss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8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ELDERMOOR  ·  CONFIDENTIAL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/ ask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a vertical slice that proves one sentence: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assigned a beast to work, caught something harder, and want one more expedition.”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600200" cy="164592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 greybox loop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48840" y="2286000"/>
            <a:ext cx="1600200" cy="164592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40280" y="30175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window prototype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2286000"/>
            <a:ext cx="1600200" cy="164592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30175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12-beast blockout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32120" y="2286000"/>
            <a:ext cx="1600200" cy="164592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23560" y="30175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 co-op soak test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2286000"/>
            <a:ext cx="1600200" cy="1645920"/>
          </a:xfrm>
          <a:prstGeom prst="rect">
            <a:avLst/>
          </a:prstGeom>
          <a:solidFill>
            <a:srgbClr val="161322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30175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page from slice only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C:\Users\fabia\mages  ·  Original IP  ·  PC Early Access intent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Eldermoor — Pitch Deck</dc:title>
  <dc:subject>Original wizard-fantasy survival sandbox</dc:subject>
  <dc:creator>Eldermoor Concept</dc:creator>
  <cp:lastModifiedBy>Eldermoor Concept</cp:lastModifiedBy>
  <cp:revision>1</cp:revision>
  <dcterms:created xsi:type="dcterms:W3CDTF">2026-07-27T06:48:38Z</dcterms:created>
  <dcterms:modified xsi:type="dcterms:W3CDTF">2026-07-27T06:48:38Z</dcterms:modified>
</cp:coreProperties>
</file>